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914400"/>
            <a:ext cx="3200400" cy="5486400"/>
          </a:xfrm>
          <a:prstGeom prst="rect">
            <a:avLst/>
          </a:prstGeom>
          <a:solidFill>
            <a:srgbClr val="0A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D700"/>
                </a:solidFill>
              </a:rPr>
              <a:t>BCS 스터디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</a:rPr>
              <a:t>월간 스터디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747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0E8F5"/>
                </a:solidFill>
              </a:rPr>
              <a:t>2026년 4월 | 2604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06240"/>
            <a:ext cx="3657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0E8F5"/>
                </a:solidFill>
              </a:rPr>
              <a:t>AI Agent 활용 능력 향상 스터디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매주 화요일 점심 · 2026.02.24 ~ 2026.06.30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13716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222244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4754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444466"/>
                </a:solidFill>
              </a:rPr>
              <a:t>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0E8F5"/>
                </a:solidFill>
              </a:rPr>
              <a:t>스터디원: 이수영 · 유민우 · 이준영 · 권종범 · 이선용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00"/>
                </a:solidFill>
              </a:rPr>
              <a:t>스터디 프로젝트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E8F5"/>
                </a:solidFill>
              </a:rPr>
              <a:t>스터디 목표: 개인별 프로젝트 최소 1개 완성 | AI Agent 활용 능력 향상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247120" cy="859536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63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이수영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630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웹 게임 만들기 / 주식 추천 앱 / 회의록 자동화 워크플로우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85953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77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유민우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냉장고 관리 앱 / 오이 포커 (Godot 멀티플레이어)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11247120" cy="859536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37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이준영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2918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Chiptune MIDI 장치 / 3D 프린팅 모델 공유 커뮤니티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11247120" cy="859536"/>
          </a:xfrm>
          <a:prstGeom prst="rect">
            <a:avLst/>
          </a:prstGeom>
          <a:solidFill>
            <a:srgbClr val="12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51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06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권종범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2062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금칙어 관리 서비스 / Klaf 에이전트 빌더 / Atlassian MCP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83480"/>
            <a:ext cx="11247120" cy="859536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66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20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이선용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12064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[웹] 프리셀 / 포모도로 / 하네스 공부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645920" cy="658368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554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700"/>
                </a:solidFill>
              </a:rPr>
              <a:t>4/7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2026년 4월 회의록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6459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8888"/>
                </a:solidFill>
              </a:rPr>
              <a:t>(1/4)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040880" cy="329184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418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▪ 이번주 진행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2588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3258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anthropic courses 수강 (완강) / MCP server client 구현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유민우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81965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오이 포커 1대1 완성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9424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1343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이준영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3134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Claude Code 원격 서버 구축 완료 / 3D 모델 에디터 crash reporter / 모서리 처…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072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권종범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8072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Klaf 에이전트 빌더 플러그인 구현 / Marklas transform 기능 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36976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0098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이선용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3009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포모도로 고도화 중 토큰 소진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914400"/>
            <a:ext cx="4023360" cy="329184"/>
          </a:xfrm>
          <a:prstGeom prst="rect">
            <a:avLst/>
          </a:prstGeom>
          <a:solidFill>
            <a:srgbClr val="1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9418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💡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307592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36245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프롬프트 사용량 줄이는 방법 시도 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1984248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03911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클로드가 이미지 파일 디버깅은 잘 못함 → HTML 코드 문서로 변환하면 이해도 향상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2660904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7157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준영님 사업 모델 공유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337560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39242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종범님: 에이전트별 스킬 분리 효과 (메인 컨텍스트 절약, 필요 스킬만 로드)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4014216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06908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Klaf 개발 이유: Claude Code가 에이전트를 스킬처럼 쓰는 경향 → 역할에 맞는 에이전트 개발 유도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BCS 스터디 · 2026년 4월 · 4/7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645920" cy="658368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554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700"/>
                </a:solidFill>
              </a:rPr>
              <a:t>4/14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2026년 4월 회의록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6459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8888"/>
                </a:solidFill>
              </a:rPr>
              <a:t>(2/4)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040880" cy="329184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418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▪ 이번주 진행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2588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3258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유민우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81965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오이 포커 멀티플레이 구현 / Godot 엔진 공부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9424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1343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이준영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3134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Claude Code 원격 서버 구축 / crash reporter / 모서리 처리 (휴가 예정)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072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권종범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8072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craken 개인용 Claude Code 마켓플레이스 추가 / klaf 고도화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36976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0098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이선용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3009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프리셀 완료 / schedule 이용 자동 기능 개발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914400"/>
            <a:ext cx="4023360" cy="329184"/>
          </a:xfrm>
          <a:prstGeom prst="rect">
            <a:avLst/>
          </a:prstGeom>
          <a:solidFill>
            <a:srgbClr val="1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9418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💡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307592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36245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Claude schedule로 GitHub 이슈를 긁어와서 자동 개발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1984248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03911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토큰 초기화 주기(1시, 6시)마다 자동 실행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2660904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7157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1번 배치에 토큰 소진 → 다음 배치에 처음부터 시작 이슈 발생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337560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39242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작업 현황 기록 방법 탐색 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BCS 스터디 · 2026년 4월 ·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645920" cy="658368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554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700"/>
                </a:solidFill>
              </a:rPr>
              <a:t>4/21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2026년 4월 회의록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6459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8888"/>
                </a:solidFill>
              </a:rPr>
              <a:t>(3/4)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040880" cy="329184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418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▪ 이번주 진행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2588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3258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회의록 작성 워크플로우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유민우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81965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오이 포커 멀티플레이 구현 / Claude Design으로 화면 구성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9424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1343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이준영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3134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3D 프린팅 모델 에디터 crash reporter / 커뮤니티 백엔드 계정 체계 / Outbox 패턴 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072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권종범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8072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Klaf 고도화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36976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0098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이선용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3009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하네스 공부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914400"/>
            <a:ext cx="4023360" cy="329184"/>
          </a:xfrm>
          <a:prstGeom prst="rect">
            <a:avLst/>
          </a:prstGeom>
          <a:solidFill>
            <a:srgbClr val="1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9418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💡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307592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36245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클로드 디자인 공유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1984248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03911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Opus 4.7 동작 방식 변경 공유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2660904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7157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Klaf: .claude 루트에 스킬 수백 개 시 메인 에이전트가 스킬 선택을 잘 못함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337560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39242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에이전트별 스킬 계층화 방안 고민 (python agent, java agent별 전용 스킬)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4014216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06908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책임의 상속 구조 가능 여부 검토 (python 개발자 → django 개발자)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4690872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474573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에이전트 하네스 공부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BCS 스터디 · 2026년 4월 · 4/21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09728"/>
            <a:ext cx="1645920" cy="658368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5544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D700"/>
                </a:solidFill>
              </a:rPr>
              <a:t>4/29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2026년 4월 회의록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64592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888888"/>
                </a:solidFill>
              </a:rPr>
              <a:t>(4/4)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2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040880" cy="329184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418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▪ 이번주 진행 내용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61872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325880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이수영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32588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회의록 작성 워크플로우 구성 / claude routine으로 시도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유민우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81965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오이 포커 멀티플레이 재구현 / Godot MCP 외 다른 Skills 레포 활용 개발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49424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1343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이준영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3134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3D 프린팅 커뮤니티 백엔드 메인 로직 구현 / MCP 서버 구현 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7040880" cy="457200"/>
          </a:xfrm>
          <a:prstGeom prst="rect">
            <a:avLst/>
          </a:prstGeom>
          <a:solidFill>
            <a:srgbClr val="12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0720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권종범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80720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codi 구조 확인 / Claude Agent SDK + Slack 병합 구조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36976"/>
            <a:ext cx="7040880" cy="4572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300984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D700"/>
                </a:solidFill>
              </a:rPr>
              <a:t>이선용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30098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하네스 공부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914400"/>
            <a:ext cx="4023360" cy="329184"/>
          </a:xfrm>
          <a:prstGeom prst="rect">
            <a:avLst/>
          </a:prstGeom>
          <a:solidFill>
            <a:srgbClr val="1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9418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💡 Insights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307592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136245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오이포커: 일대일→멀티 전환 계속 실패 → 아예 새로 시작 / 게임엔진 MCP 설계문서 작성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1984248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039112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mumcp: 필요 기능만 묶은 커스텀 MCP / 버스 배차+날씨로 퇴근 안내 루틴 목표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2660904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2715768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claude simplify: 커밋 안된 변경사항, 현재 브랜치 조건 지정 가능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337560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3392424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codi repo 범용화 고민 (Slack 강결합 → 범용 구조로)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4014216"/>
            <a:ext cx="4023360" cy="640080"/>
          </a:xfrm>
          <a:prstGeom prst="rect">
            <a:avLst/>
          </a:prstGeom>
          <a:solidFill>
            <a:srgbClr val="0D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4069080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0E8F5"/>
                </a:solidFill>
              </a:rPr>
              <a:t>• 하네스: 설정에 따라 성능 차이 큼 / 코드 에이전트는 실수를 전제 / 결과를 지시, 방법 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BCS 스터디 · 2026년 4월 · 4/29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D700"/>
                </a:solidFill>
              </a:rPr>
              <a:t>2026년 4월 스터디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91440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🎮 유민우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0515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오이 포커 Godot 멀티플레이어 전면 재구현 / Claude Design 화면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247120" cy="914400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91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🖨 이준영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574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3D 프린팅 커뮤니티 백엔드 Outbox 패턴 + 보안 감사 / MCP 서버 개발 착수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11247120" cy="91440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91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🤖 권종범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6324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Klaf 에이전트 계층화 설계 / codi Slack 범용화 / Claude Agent SDK+Slack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11247120" cy="914400"/>
          </a:xfrm>
          <a:prstGeom prst="rect">
            <a:avLst/>
          </a:prstGeom>
          <a:solidFill>
            <a:srgbClr val="1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91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🃏 이선용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0690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프리셀 완성 → UI 개선 / 하네스(Harness) 심층 공부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83480"/>
            <a:ext cx="11247120" cy="91440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9144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💻 이수영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074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Anthropic API 과정 완강 / MCP client-server 구현 / 회의록 자동화 시작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다음 스터디: 매주 화요일 점심 · AI Agent 활용 능력 향상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D700"/>
                </a:solidFill>
              </a:rPr>
              <a:t>🎙 음성 전사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91440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5"/>
                </a:solidFill>
              </a:rPr>
              <a:t>※ 음성 전사는 Google Drive 바코스/models/ggml-large-v3.bin (Whisper large-v3)
   모델을 사용하여 transcribe.py 스크립트로 생성됩니다.
   전사 파일은 Drive 바코스/2604/음성전사/ 폴더에 업로드됩니다.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📁 4/7 회의 (바코스 4-7.m4a)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5"/>
                </a:solidFill>
              </a:rPr>
              <a:t>   ↳ pipeline.py --year-month 2604 실행 후 음성전사 내용이 여기에 표시됩니다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11247120" cy="12801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73152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4747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📁 4/21 회의 (바코스 4-21.m4a)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319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5"/>
                </a:solidFill>
              </a:rPr>
              <a:t>   ↳ pipeline.py --year-month 2604 실행 후 음성전사 내용이 여기에 표시됩니다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0F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73152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846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700"/>
                </a:solidFill>
              </a:rPr>
              <a:t>📁 4/29 회의 (바코스 4-29.m4a)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0352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5"/>
                </a:solidFill>
              </a:rPr>
              <a:t>   ↳ pipeline.py --year-month 2604 실행 후 음성전사 내용이 여기에 표시됩니다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실행: cd scripts &amp;&amp; python pipeline.py --year-month 2604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D700"/>
                </a:solidFill>
              </a:rPr>
              <a:t>📸 스터디 인증 사진 (1/2) · 4월 21일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868680"/>
            <a:ext cx="9418320" cy="5303520"/>
          </a:xfrm>
          <a:prstGeom prst="rect">
            <a:avLst/>
          </a:prstGeom>
          <a:solidFill>
            <a:srgbClr val="0A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914400"/>
            <a:ext cx="9326880" cy="5212080"/>
          </a:xfrm>
          <a:prstGeom prst="rect">
            <a:avLst/>
          </a:prstGeom>
          <a:noFill/>
          <a:ln w="254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21031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305080"/>
                </a:solidFill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70A0"/>
                </a:solidFill>
              </a:rPr>
              <a:t>스터디 인증 사진 · 4월 21일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6090"/>
                </a:solidFill>
              </a:rPr>
              <a:t>Slack 파일 ID: F0AU542SECE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※ pipeline.py 실행 시 실제 사진으로 교체됩니다 (SLACK_BOT_TOKEN 필요)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0E8F5"/>
                </a:solidFill>
              </a:rPr>
              <a:t>BCS 스터디 인증 · 2026년 4월 · #스터디-mgc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D700"/>
                </a:solidFill>
              </a:rPr>
              <a:t>📸 스터디 인증 사진 (2/2) · 4월 29일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868680"/>
            <a:ext cx="9418320" cy="5303520"/>
          </a:xfrm>
          <a:prstGeom prst="rect">
            <a:avLst/>
          </a:prstGeom>
          <a:solidFill>
            <a:srgbClr val="0A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914400"/>
            <a:ext cx="9326880" cy="5212080"/>
          </a:xfrm>
          <a:prstGeom prst="rect">
            <a:avLst/>
          </a:prstGeom>
          <a:noFill/>
          <a:ln w="25400">
            <a:solidFill>
              <a:srgbClr val="305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21031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>
                <a:solidFill>
                  <a:srgbClr val="305080"/>
                </a:solidFill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070A0"/>
                </a:solidFill>
              </a:rPr>
              <a:t>스터디 인증 사진 · 4월 29일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0233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06090"/>
                </a:solidFill>
              </a:rPr>
              <a:t>Slack 파일 ID: F0B0BMR67H9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※ pipeline.py 실행 시 실제 사진으로 교체됩니다 (SLACK_BOT_TOKEN 필요)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A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0E8F5"/>
                </a:solidFill>
              </a:rPr>
              <a:t>BCS 스터디 인증 · 2026년 4월 · #스터디-mgc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